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180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081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901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584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051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897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907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34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169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641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8559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9870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34998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509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171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9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C920E6-1077-4980-916A-3E3E8E8CD4AA}" type="datetimeFigureOut">
              <a:rPr lang="en-IN" smtClean="0"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7AD97DC-68BA-4AFF-A76F-25FF287899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948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F7F7D-31DF-7A65-EEE8-BD99BE50A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B592F8-6063-7897-1FDD-69A234189A2C}"/>
              </a:ext>
            </a:extLst>
          </p:cNvPr>
          <p:cNvSpPr/>
          <p:nvPr/>
        </p:nvSpPr>
        <p:spPr>
          <a:xfrm>
            <a:off x="0" y="0"/>
            <a:ext cx="12192000" cy="934064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2090DE-23A8-8B21-D39E-C80A7B77442C}"/>
              </a:ext>
            </a:extLst>
          </p:cNvPr>
          <p:cNvSpPr/>
          <p:nvPr/>
        </p:nvSpPr>
        <p:spPr>
          <a:xfrm>
            <a:off x="4414683" y="77394"/>
            <a:ext cx="698091" cy="707923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F38DF4-68AB-8D11-B25B-D8F5EEA9984C}"/>
              </a:ext>
            </a:extLst>
          </p:cNvPr>
          <p:cNvSpPr txBox="1"/>
          <p:nvPr/>
        </p:nvSpPr>
        <p:spPr>
          <a:xfrm>
            <a:off x="5476569" y="77394"/>
            <a:ext cx="346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  <a:latin typeface="Arial Black" panose="020B0A04020102020204" pitchFamily="34" charset="0"/>
              </a:rPr>
              <a:t>Swiggy</a:t>
            </a:r>
            <a:endParaRPr lang="en-IN" sz="44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0C8F85-FC70-0394-CD8E-91A077164FBD}"/>
              </a:ext>
            </a:extLst>
          </p:cNvPr>
          <p:cNvSpPr txBox="1"/>
          <p:nvPr/>
        </p:nvSpPr>
        <p:spPr>
          <a:xfrm>
            <a:off x="457200" y="1454155"/>
            <a:ext cx="5245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B97A3-96F0-E32A-2B3B-DE8400A427C4}"/>
              </a:ext>
            </a:extLst>
          </p:cNvPr>
          <p:cNvSpPr txBox="1"/>
          <p:nvPr/>
        </p:nvSpPr>
        <p:spPr>
          <a:xfrm>
            <a:off x="457200" y="2266633"/>
            <a:ext cx="2069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BRD:KPI’s</a:t>
            </a:r>
            <a:endParaRPr lang="en-IN" sz="3200" u="sng" dirty="0">
              <a:highlight>
                <a:srgbClr val="008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EC05AE-933C-8DF4-D639-DFB2A27CF55D}"/>
              </a:ext>
            </a:extLst>
          </p:cNvPr>
          <p:cNvSpPr txBox="1"/>
          <p:nvPr/>
        </p:nvSpPr>
        <p:spPr>
          <a:xfrm>
            <a:off x="1492045" y="3079111"/>
            <a:ext cx="103533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(₹)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Overall revenue generated from food orders.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level across all restaurants.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Order Value (₹)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per order.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 Count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customer reviews.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 -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food orders received.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132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775ECC-B3F0-8B76-412C-03FB7910CA13}"/>
              </a:ext>
            </a:extLst>
          </p:cNvPr>
          <p:cNvSpPr/>
          <p:nvPr/>
        </p:nvSpPr>
        <p:spPr>
          <a:xfrm>
            <a:off x="0" y="0"/>
            <a:ext cx="12192000" cy="934064"/>
          </a:xfrm>
          <a:prstGeom prst="rect">
            <a:avLst/>
          </a:prstGeom>
          <a:solidFill>
            <a:schemeClr val="accent1">
              <a:lumMod val="50000"/>
            </a:schemeClr>
          </a:solidFill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45DE32-E198-CB76-39D9-B2CF1EE33A01}"/>
              </a:ext>
            </a:extLst>
          </p:cNvPr>
          <p:cNvSpPr/>
          <p:nvPr/>
        </p:nvSpPr>
        <p:spPr>
          <a:xfrm>
            <a:off x="4414683" y="77394"/>
            <a:ext cx="698091" cy="707923"/>
          </a:xfrm>
          <a:prstGeom prst="round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77C24-2E67-137A-69FB-C10638194633}"/>
              </a:ext>
            </a:extLst>
          </p:cNvPr>
          <p:cNvSpPr txBox="1"/>
          <p:nvPr/>
        </p:nvSpPr>
        <p:spPr>
          <a:xfrm>
            <a:off x="5476569" y="77394"/>
            <a:ext cx="3460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  <a:latin typeface="Arial Black" panose="020B0A04020102020204" pitchFamily="34" charset="0"/>
              </a:rPr>
              <a:t>Swiggy</a:t>
            </a:r>
            <a:endParaRPr lang="en-IN" sz="44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B44BB-4D4B-1DC2-C185-C2D2C066C280}"/>
              </a:ext>
            </a:extLst>
          </p:cNvPr>
          <p:cNvSpPr txBox="1"/>
          <p:nvPr/>
        </p:nvSpPr>
        <p:spPr>
          <a:xfrm>
            <a:off x="408039" y="1363914"/>
            <a:ext cx="61254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2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DD0857-048A-185F-6B6B-3EC50EBFF552}"/>
              </a:ext>
            </a:extLst>
          </p:cNvPr>
          <p:cNvSpPr txBox="1"/>
          <p:nvPr/>
        </p:nvSpPr>
        <p:spPr>
          <a:xfrm>
            <a:off x="476865" y="2086151"/>
            <a:ext cx="61254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u="sng" dirty="0"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BRD:CHART’s</a:t>
            </a:r>
            <a:endParaRPr lang="en-IN" sz="3200" u="sng" dirty="0">
              <a:highlight>
                <a:srgbClr val="008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F58726-1209-DDB5-D963-710D3B5DC772}"/>
              </a:ext>
            </a:extLst>
          </p:cNvPr>
          <p:cNvSpPr txBox="1"/>
          <p:nvPr/>
        </p:nvSpPr>
        <p:spPr>
          <a:xfrm>
            <a:off x="533400" y="2808388"/>
            <a:ext cx="111252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total sales fluctuate month by month.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Sales Trend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order and revenue variations across days of the week.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by Food Type (Veg vs Non-Veg)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revenue contribution by cuisine type.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 by State (Map Visualization)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state-wise revenue distribution.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Quarterly Performance Summary -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Sales, Ratings, and Orders by Quarter.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Cities by Sales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Identifies leading cities contributing the most revenue,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Trend Analysis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Monitors weekly fluctuations in sales to identify consistency</a:t>
            </a:r>
          </a:p>
        </p:txBody>
      </p:sp>
    </p:spTree>
    <p:extLst>
      <p:ext uri="{BB962C8B-B14F-4D97-AF65-F5344CB8AC3E}">
        <p14:creationId xmlns:p14="http://schemas.microsoft.com/office/powerpoint/2010/main" val="115956354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</TotalTime>
  <Words>170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Black</vt:lpstr>
      <vt:lpstr>Century Gothic</vt:lpstr>
      <vt:lpstr>Times New Roman</vt:lpstr>
      <vt:lpstr>Wingdings</vt:lpstr>
      <vt:lpstr>Wingdings 3</vt:lpstr>
      <vt:lpstr>Wisp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karan kumar</dc:creator>
  <cp:lastModifiedBy>karan kumar</cp:lastModifiedBy>
  <cp:revision>1</cp:revision>
  <dcterms:created xsi:type="dcterms:W3CDTF">2026-02-27T05:57:54Z</dcterms:created>
  <dcterms:modified xsi:type="dcterms:W3CDTF">2026-02-27T06:18:59Z</dcterms:modified>
</cp:coreProperties>
</file>